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rgbClr val="B1D3FF">
                <a:alpha val="100000"/>
              </a:srgbClr>
            </a:gs>
            <a:gs pos="30000">
              <a:srgbClr val="B4D5FF">
                <a:alpha val="100000"/>
              </a:srgbClr>
            </a:gs>
            <a:gs pos="11000">
              <a:srgbClr val="C4E1FF">
                <a:alpha val="100000"/>
              </a:srgbClr>
            </a:gs>
            <a:gs pos="24000">
              <a:srgbClr val="B9D9FF">
                <a:alpha val="100000"/>
              </a:srgbClr>
            </a:gs>
            <a:gs pos="24000">
              <a:srgbClr val="B9D9FF">
                <a:alpha val="100000"/>
              </a:srgbClr>
            </a:gs>
            <a:gs pos="66000">
              <a:srgbClr val="AED0FE">
                <a:alpha val="100000"/>
              </a:srgbClr>
            </a:gs>
            <a:gs pos="12000">
              <a:srgbClr val="C4E1FF"/>
            </a:gs>
            <a:gs pos="100000">
              <a:srgbClr val="98BE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9160" y="372745"/>
            <a:ext cx="194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第一步下载</a:t>
            </a:r>
            <a:r>
              <a:rPr lang="zh-CN" altLang="en-US"/>
              <a:t>模板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925" y="184150"/>
            <a:ext cx="1606550" cy="742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91640" y="2087245"/>
            <a:ext cx="288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第二步修改模板</a:t>
            </a:r>
            <a:r>
              <a:rPr lang="zh-CN" altLang="en-US">
                <a:solidFill>
                  <a:srgbClr val="FF0000"/>
                </a:solidFill>
              </a:rPr>
              <a:t>红色内容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96720" y="3787775"/>
            <a:ext cx="288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第三步上传修改好</a:t>
            </a:r>
            <a:r>
              <a:rPr lang="zh-CN" altLang="en-US"/>
              <a:t>的模板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165" y="1203325"/>
            <a:ext cx="2084070" cy="21355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3698875"/>
            <a:ext cx="2419350" cy="546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4801870"/>
            <a:ext cx="2451100" cy="6794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09445" y="4912995"/>
            <a:ext cx="2809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第四步点击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开始生成</a:t>
            </a:r>
            <a:r>
              <a:rPr lang="en-US" altLang="zh-CN">
                <a:sym typeface="+mn-ea"/>
              </a:rPr>
              <a:t>”</a:t>
            </a:r>
            <a:endParaRPr lang="zh-CN" altLang="en-US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70075" y="5922010"/>
            <a:ext cx="2531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第五步点下载生成结果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100" y="5842635"/>
            <a:ext cx="1409700" cy="5270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演示</Application>
  <PresentationFormat>宽屏</PresentationFormat>
  <Paragraphs>10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(=^ェ^=)</cp:lastModifiedBy>
  <cp:revision>157</cp:revision>
  <dcterms:created xsi:type="dcterms:W3CDTF">2019-06-19T02:08:00Z</dcterms:created>
  <dcterms:modified xsi:type="dcterms:W3CDTF">2026-04-08T04:15:10Z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9F25B4E9D4B64EA5B7AED9ACAB5310A6_11</vt:lpwstr>
  </property>
</Properties>
</file>